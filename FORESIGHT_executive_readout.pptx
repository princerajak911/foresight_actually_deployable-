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FORESIGHT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Demand Forecasting &amp; Inventory Risk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Reduce stockouts while avoiding excess inventory.</a:t>
            </a:r>
            <a:br/>
            <a:br/>
            <a:r>
              <a:t>Output: forecast → risk → recommended action → ₹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4 client-style extracts</a:t>
            </a:r>
            <a:br/>
            <a:r>
              <a:t>• sales_daily</a:t>
            </a:r>
            <a:br/>
            <a:r>
              <a:t>• sku_master</a:t>
            </a:r>
            <a:br/>
            <a:r>
              <a:t>• calendar</a:t>
            </a:r>
            <a:br/>
            <a:r>
              <a:t>• inventory_snapshots</a:t>
            </a:r>
            <a:br/>
            <a:br/>
            <a:r>
              <a:t>Reproducible validation and cleaning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Forecasting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Weekly SKU demand</a:t>
            </a:r>
            <a:br/>
            <a:r>
              <a:t>→ lag + rolling + calendar + promotion features</a:t>
            </a:r>
            <a:br/>
            <a:r>
              <a:t>→ seasonal-naive baseline</a:t>
            </a:r>
            <a:br/>
            <a:r>
              <a:t>→ Random Forest challenger</a:t>
            </a:r>
            <a:br/>
            <a:r>
              <a:t>→ rolling-origin backtest</a:t>
            </a:r>
            <a:br/>
            <a:r>
              <a:t>→ WAPE +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Backtest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Seasonal-naive WAPE: 21.6%</a:t>
            </a:r>
            <a:br/>
            <a:r>
              <a:t>Random Forest WAPE: 24.5%</a:t>
            </a:r>
            <a:br/>
            <a:r>
              <a:t>Selected production forecast: seasonal_naive</a:t>
            </a:r>
            <a:br/>
            <a:br/>
            <a:r>
              <a:t>The baseline wins on this seeded dataset, so it is shipped honestly.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Inventory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High stockout risk: 31 SKUs</a:t>
            </a:r>
            <a:br/>
            <a:r>
              <a:t>High overstock risk: 24 SKUs</a:t>
            </a:r>
            <a:br/>
            <a:r>
              <a:t>Capital locked: ₹58,972,740</a:t>
            </a:r>
            <a:br/>
            <a:r>
              <a:t>Revenue exposure: ₹9,966,591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REORDER NOW — lead-time demand is not covered</a:t>
            </a:r>
            <a:br/>
            <a:r>
              <a:t>MARKDOWN / CLEAR — material excess inventory</a:t>
            </a:r>
            <a:br/>
            <a:r>
              <a:t>WATCH — both risk dimensions need attention</a:t>
            </a:r>
            <a:br/>
            <a:r>
              <a:t>HEALTHY — neither threshold is breached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Stakeholder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Streamlit dashboard</a:t>
            </a:r>
            <a:br/>
            <a:r>
              <a:t>• category/SKU filters</a:t>
            </a:r>
            <a:br/>
            <a:r>
              <a:t>• forecast vs actual</a:t>
            </a:r>
            <a:br/>
            <a:r>
              <a:t>• prioritised reorder/markdown lists</a:t>
            </a:r>
            <a:br/>
            <a:br/>
            <a:r>
              <a:t>FastAPI scoring service</a:t>
            </a:r>
            <a:br/>
            <a:r>
              <a:t>• /health</a:t>
            </a:r>
            <a:br/>
            <a:r>
              <a:t>• /metrics</a:t>
            </a:r>
            <a:br/>
            <a:r>
              <a:t>• /score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Synthetic development data.</a:t>
            </a:r>
            <a:br/>
            <a:br/>
            <a:r>
              <a:t>Next production steps:</a:t>
            </a:r>
            <a:br/>
            <a:r>
              <a:t>• formal service-level probability</a:t>
            </a:r>
            <a:br/>
            <a:r>
              <a:t>• prediction intervals</a:t>
            </a:r>
            <a:br/>
            <a:r>
              <a:t>• sparse/new-SKU fallback</a:t>
            </a:r>
            <a:br/>
            <a:r>
              <a:t>• future promotion feeds</a:t>
            </a:r>
            <a:br/>
            <a:r>
              <a:t>• model/data drift monitoring</a:t>
            </a:r>
            <a:br/>
            <a:r>
              <a:t>• production database and authentication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